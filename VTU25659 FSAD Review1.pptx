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38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23-03-2026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Full-Stack Skill Learning Academy Marketplace with Secure Authentication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685800" y="7800539"/>
            <a:ext cx="927587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GADDAM NITHESH REDDY– VTU25659 – 23UECS0718.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 . HEMAMALINI – M.E., Ph.D.,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 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1" y="1638300"/>
            <a:ext cx="14103620" cy="11695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/>
              <a:t>With </a:t>
            </a:r>
            <a:r>
              <a:rPr lang="en-US" sz="3000" dirty="0"/>
              <a:t>the rapid growth of online education, there is a need for platforms where learners can easily discover and enroll in skill-based courses.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This project aims to solve that problem by creating a </a:t>
            </a:r>
            <a:r>
              <a:rPr lang="en-US" sz="3000" b="1" dirty="0"/>
              <a:t>Full-Stack Skill Learning Academy Marketplace</a:t>
            </a:r>
            <a:r>
              <a:rPr lang="en-US" sz="3000" dirty="0"/>
              <a:t>.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The platform allows instructors to publish courses and students to browse, search, and enroll in them.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Secure authentication and </a:t>
            </a:r>
            <a:r>
              <a:rPr lang="en-US" sz="3000" b="1" dirty="0"/>
              <a:t>role-based access control</a:t>
            </a:r>
            <a:r>
              <a:rPr lang="en-US" sz="3000" dirty="0"/>
              <a:t> ensure safe access for Admin, Instructor, and Student users.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The system helps instructors manage their courses while students can track their enrollments and learning progress.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Admin users can monitor platform activity, manage users, and view analytics.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Overall, the system demonstrates a real-world </a:t>
            </a:r>
            <a:r>
              <a:rPr lang="en-US" sz="3000" b="1" dirty="0"/>
              <a:t>full-stack web application using HTML, CSS, JavaScript, Node.js, and MySQL</a:t>
            </a:r>
            <a:r>
              <a:rPr lang="en-US" sz="3000" dirty="0"/>
              <a:t>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E4ABEC-D2F8-7170-9644-CD578D4384B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045668" y="1768944"/>
            <a:ext cx="14196664" cy="701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Many online learning platforms do not provide a simple marketplace where instructors can easily publish courses and students can discover them in one place.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Existing systems often lack proper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role-based access control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Admin, Instructor, and Student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Managing courses, enrollments, and user data manually or through separate systems leads to inefficiency.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Students also face difficulty in searching and enrolling in skill-based courses from different 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There is a need for a centralized platform that connects instructors and learners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-The system should provide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secure authentication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proper user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It should also allow instructors to manage courses and students to track their learning progress.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Therefore, a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Full-Stack Skill Learning Academy Marketplace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required to provide an organized and automated learning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7362928" y="5132010"/>
            <a:ext cx="992919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424C52-852E-DFD4-12F8-0B54EBD1CA1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286000" y="2405756"/>
            <a:ext cx="1402742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To design and develop a 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Full-Stack Skill Learning Academy Marketplace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secure authentication and role-based access for Admin, Instructor, and Student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500" dirty="0"/>
              <a:t>- 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implement a 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course management and enrollment system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that allows instructors to create courses and students to browse, enroll, and track learning progress.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564737" y="2338882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4D7AF5-08EE-4CBB-A47D-2447E6635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1113" y="1684599"/>
            <a:ext cx="14139056" cy="6694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The system provides a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web-based marketplace</a:t>
            </a: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where students can browse and enroll in skill-based courses.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It supports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secure user authentication</a:t>
            </a: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role-based access for Admin, Instructor, and Student.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Instructors can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create, update, and manage courses</a:t>
            </a: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through their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Students can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search courses, view details, enroll, and track their progress</a:t>
            </a: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Admin can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monitor users, courses, and platform statistics</a:t>
            </a: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through an admin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The backend uses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Node.js (Express)</a:t>
            </a: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handle API requests and business logic.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The system uses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MySQL database via XAMPP</a:t>
            </a: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store users, courses, enrollments, and payment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The frontend built with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HTML, CSS, and JavaScript</a:t>
            </a: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provides a responsive interface for all users.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7F5FD90-E038-5098-3F2F-E3BC3A401B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2095500"/>
            <a:ext cx="10515600" cy="5600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FDD567-ED74-C338-CDDB-5F4607CC63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2214562"/>
            <a:ext cx="10439400" cy="58578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1695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Frontend:</a:t>
            </a:r>
            <a:br>
              <a:rPr lang="en-IN" sz="3000" dirty="0"/>
            </a:br>
            <a:r>
              <a:rPr lang="en-IN" sz="3000" dirty="0"/>
              <a:t>HTML5, CSS3, JavaScript (ES6)</a:t>
            </a:r>
          </a:p>
          <a:p>
            <a:r>
              <a:rPr lang="en-IN" sz="3000" b="1" dirty="0"/>
              <a:t>Backend:</a:t>
            </a:r>
            <a:br>
              <a:rPr lang="en-IN" sz="3000" dirty="0"/>
            </a:br>
            <a:r>
              <a:rPr lang="en-IN" sz="3000" dirty="0"/>
              <a:t>Node.js with Express.js</a:t>
            </a:r>
          </a:p>
          <a:p>
            <a:r>
              <a:rPr lang="en-IN" sz="3000" b="1" dirty="0"/>
              <a:t>Database:</a:t>
            </a:r>
            <a:br>
              <a:rPr lang="en-IN" sz="3000" dirty="0"/>
            </a:br>
            <a:r>
              <a:rPr lang="en-IN" sz="3000" dirty="0"/>
              <a:t>MySQL (using XAMPP)</a:t>
            </a:r>
          </a:p>
          <a:p>
            <a:r>
              <a:rPr lang="en-IN" sz="3000" b="1" dirty="0"/>
              <a:t>Tools:</a:t>
            </a:r>
            <a:br>
              <a:rPr lang="en-IN" sz="3000" dirty="0"/>
            </a:br>
            <a:r>
              <a:rPr lang="en-IN" sz="3000" dirty="0"/>
              <a:t>Visual Studio Code, XAMPP, Git/GitHub, Postman, Web Browser (Chrome)</a:t>
            </a:r>
          </a:p>
          <a:p>
            <a:r>
              <a:rPr lang="en-IN" sz="3000" b="1" dirty="0"/>
              <a:t>Hardware/Software Requirements:</a:t>
            </a:r>
            <a:br>
              <a:rPr lang="en-IN" sz="3000" dirty="0"/>
            </a:br>
            <a:r>
              <a:rPr lang="en-IN" sz="3000" dirty="0"/>
              <a:t>Processor: Intel i3 or higher</a:t>
            </a:r>
            <a:br>
              <a:rPr lang="en-IN" sz="3000" dirty="0"/>
            </a:br>
            <a:r>
              <a:rPr lang="en-IN" sz="3000" dirty="0"/>
              <a:t>RAM: Minimum 4 GB</a:t>
            </a:r>
            <a:br>
              <a:rPr lang="en-IN" sz="3000" dirty="0"/>
            </a:br>
            <a:r>
              <a:rPr lang="en-IN" sz="3000" dirty="0"/>
              <a:t>Operating System: Windows/Linux/MacOS</a:t>
            </a:r>
            <a:br>
              <a:rPr lang="en-IN" sz="3000" dirty="0"/>
            </a:br>
            <a:r>
              <a:rPr lang="en-IN" sz="3000" dirty="0"/>
              <a:t>Software: Node.js, XAMPP, Web Browser (Chrome/Edge)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092190" y="1924972"/>
            <a:ext cx="14103620" cy="8648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Module 1: User Authentication &amp; Management</a:t>
            </a:r>
            <a:br>
              <a:rPr lang="en-US" sz="3000" dirty="0"/>
            </a:br>
            <a:r>
              <a:rPr lang="en-US" sz="3000" dirty="0"/>
              <a:t>Handles user registration, login, logout, and profile management with secure authentication and role-based access (Admin, Instructor, Student).</a:t>
            </a:r>
          </a:p>
          <a:p>
            <a:r>
              <a:rPr lang="en-US" sz="3000" b="1" dirty="0"/>
              <a:t>Module 2: Course Management</a:t>
            </a:r>
            <a:br>
              <a:rPr lang="en-US" sz="3000" dirty="0"/>
            </a:br>
            <a:r>
              <a:rPr lang="en-US" sz="3000" dirty="0"/>
              <a:t>Allows instructors to create, update, delete, and manage courses, including course details and categories.</a:t>
            </a:r>
          </a:p>
          <a:p>
            <a:r>
              <a:rPr lang="en-US" sz="3000" b="1" dirty="0"/>
              <a:t>Module 3: Enrollment Management</a:t>
            </a:r>
            <a:br>
              <a:rPr lang="en-US" sz="3000" dirty="0"/>
            </a:br>
            <a:r>
              <a:rPr lang="en-US" sz="3000" dirty="0"/>
              <a:t>Enables students to browse courses, enroll in selected courses, and track their learning progress.</a:t>
            </a:r>
          </a:p>
          <a:p>
            <a:r>
              <a:rPr lang="en-US" sz="3000" b="1" dirty="0"/>
              <a:t>Module 4: Admin Management &amp; Analytics</a:t>
            </a:r>
            <a:br>
              <a:rPr lang="en-US" sz="3000" dirty="0"/>
            </a:br>
            <a:r>
              <a:rPr lang="en-US" sz="3000" dirty="0"/>
              <a:t>Allows the admin to manage users, monitor courses and enrollments, and view platform statistics and activity reports.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841912" y="1950970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592D17-1FD9-22B1-DFD8-377C0B4ACB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211" y="1485901"/>
            <a:ext cx="14308209" cy="708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25B12B-D470-12C4-DC54-A7F28E7662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99" y="1485900"/>
            <a:ext cx="14332221" cy="708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455DA4-6D7C-C2D3-64B1-6CA57508A0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485900"/>
            <a:ext cx="14332220" cy="70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1068EC-BBFF-33AB-702D-1297D1D02F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008" y="1485900"/>
            <a:ext cx="14393412" cy="708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079F30-0A30-D377-A51A-9A09C07F35D4}"/>
              </a:ext>
            </a:extLst>
          </p:cNvPr>
          <p:cNvSpPr txBox="1"/>
          <p:nvPr/>
        </p:nvSpPr>
        <p:spPr>
          <a:xfrm>
            <a:off x="2468986" y="1982349"/>
            <a:ext cx="1384443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Advantages</a:t>
            </a:r>
          </a:p>
          <a:p>
            <a:r>
              <a:rPr lang="en-US" sz="3000" dirty="0"/>
              <a:t>- Provides a centralized online learning platform.</a:t>
            </a:r>
          </a:p>
          <a:p>
            <a:r>
              <a:rPr lang="en-US" sz="3000" dirty="0"/>
              <a:t>- Supports secure login with role-based access.</a:t>
            </a:r>
          </a:p>
          <a:p>
            <a:r>
              <a:rPr lang="en-US" sz="3000" dirty="0"/>
              <a:t>- Easy course creation and enrollment.</a:t>
            </a:r>
          </a:p>
          <a:p>
            <a:r>
              <a:rPr lang="en-US" sz="3000" dirty="0"/>
              <a:t>- Efficient data management using MySQL.</a:t>
            </a:r>
          </a:p>
          <a:p>
            <a:r>
              <a:rPr lang="en-US" sz="3000" dirty="0"/>
              <a:t>- Improves accessibility to skill-based courses.</a:t>
            </a:r>
          </a:p>
          <a:p>
            <a:r>
              <a:rPr lang="en-US" sz="3000" b="1" dirty="0"/>
              <a:t>Limitations</a:t>
            </a:r>
          </a:p>
          <a:p>
            <a:r>
              <a:rPr lang="en-US" sz="3000"/>
              <a:t>- Limited </a:t>
            </a:r>
            <a:r>
              <a:rPr lang="en-US" sz="3000" dirty="0"/>
              <a:t>advanced features in basic version.</a:t>
            </a:r>
          </a:p>
          <a:p>
            <a:r>
              <a:rPr lang="en-US" sz="3000" dirty="0"/>
              <a:t>- Security risks if not properly maintained.</a:t>
            </a:r>
          </a:p>
          <a:p>
            <a:r>
              <a:rPr lang="en-US" sz="3000" dirty="0"/>
              <a:t>- Performance may reduce with many users.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971</Words>
  <Application>Microsoft Office PowerPoint</Application>
  <PresentationFormat>Custom</PresentationFormat>
  <Paragraphs>300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Times New Roman</vt:lpstr>
      <vt:lpstr>Cambria</vt:lpstr>
      <vt:lpstr>Gotham</vt:lpstr>
      <vt:lpstr>Gotham Bold Italics</vt:lpstr>
      <vt:lpstr>Bookman Old Style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Nithesh Reddy</dc:creator>
  <cp:lastModifiedBy>Nithesh Reddy</cp:lastModifiedBy>
  <cp:revision>17</cp:revision>
  <dcterms:created xsi:type="dcterms:W3CDTF">2006-08-16T00:00:00Z</dcterms:created>
  <dcterms:modified xsi:type="dcterms:W3CDTF">2026-03-23T04:48:58Z</dcterms:modified>
  <dc:identifier>DAHCaYqJ9OU</dc:identifier>
</cp:coreProperties>
</file>